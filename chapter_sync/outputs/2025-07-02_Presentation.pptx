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ay"/>
      <p:regular r:id="rId12"/>
      <p:bold r:id="rId13"/>
    </p:embeddedFont>
    <p:embeddedFont>
      <p:font typeface="Exo Medium"/>
      <p:regular r:id="rId14"/>
      <p:bold r:id="rId15"/>
      <p:italic r:id="rId16"/>
      <p:boldItalic r:id="rId17"/>
    </p:embeddedFont>
    <p:embeddedFont>
      <p:font typeface="Exo Black"/>
      <p:bold r:id="rId18"/>
      <p:boldItalic r:id="rId19"/>
    </p:embeddedFont>
    <p:embeddedFont>
      <p:font typeface="Ex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bDJOMeSYvf1N6u5DmnVIiHHmt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Play-regular.fntdata"/><Relationship Id="rId13" Type="http://schemas.openxmlformats.org/officeDocument/2006/relationships/font" Target="fonts/Play-bold.fntdata"/><Relationship Id="rId14" Type="http://schemas.openxmlformats.org/officeDocument/2006/relationships/font" Target="fonts/ExoMedium-regular.fntdata"/><Relationship Id="rId15" Type="http://schemas.openxmlformats.org/officeDocument/2006/relationships/font" Target="fonts/ExoMedium-bold.fntdata"/><Relationship Id="rId16" Type="http://schemas.openxmlformats.org/officeDocument/2006/relationships/font" Target="fonts/ExoMedium-italic.fntdata"/><Relationship Id="rId17" Type="http://schemas.openxmlformats.org/officeDocument/2006/relationships/font" Target="fonts/ExoMedium-boldItalic.fntdata"/><Relationship Id="rId18" Type="http://schemas.openxmlformats.org/officeDocument/2006/relationships/font" Target="fonts/ExoBlack-bold.fntdata"/><Relationship Id="rId19" Type="http://schemas.openxmlformats.org/officeDocument/2006/relationships/font" Target="fonts/ExoBlack-boldItalic.fntdata"/><Relationship Id="rId20" Type="http://schemas.openxmlformats.org/officeDocument/2006/relationships/font" Target="fonts/Exo-regular.fntdata"/><Relationship Id="rId21" Type="http://schemas.openxmlformats.org/officeDocument/2006/relationships/font" Target="fonts/Exo-bold.fntdata"/><Relationship Id="rId22" Type="http://schemas.openxmlformats.org/officeDocument/2006/relationships/font" Target="fonts/Exo-italic.fntdata"/><Relationship Id="rId23" Type="http://schemas.openxmlformats.org/officeDocument/2006/relationships/font" Target="fonts/Exo-boldItalic.fntdata"/><Relationship Id="rId2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Base_equipo.xlsx</a:t>
            </a:r>
            <a:br>
              <a:rPr lang="es-PE"/>
            </a:br>
            <a:r>
              <a:rPr lang="es-PE"/>
              <a:t>agregar con base a una columna nueva que vendrá con fecha</a:t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Base_equipo.xlsx</a:t>
            </a:r>
            <a:br>
              <a:rPr lang="es-PE"/>
            </a:br>
            <a:r>
              <a:rPr lang="es-PE"/>
              <a:t>agregar con base a una columna nueva que vendrá con fecha</a:t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Base_equipo.xlsx</a:t>
            </a:r>
            <a:br>
              <a:rPr lang="es-PE"/>
            </a:br>
            <a:r>
              <a:rPr lang="es-PE"/>
              <a:t>agregar con base a una columna nueva que vendrá con fecha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Base_equipo.xlsx</a:t>
            </a:r>
            <a:br>
              <a:rPr lang="es-PE"/>
            </a:br>
            <a:r>
              <a:rPr lang="es-PE"/>
              <a:t>agregar con base a una columna nueva que vendrá con fecha</a:t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rátula">
  <p:cSld name="1_Carátula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-18.3.13 RGB-06.jpg" id="16" name="Google Shape;1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58" y="19"/>
            <a:ext cx="1190624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 txBox="1"/>
          <p:nvPr>
            <p:ph idx="1" type="body"/>
          </p:nvPr>
        </p:nvSpPr>
        <p:spPr>
          <a:xfrm>
            <a:off x="10659067" y="6343634"/>
            <a:ext cx="3065916" cy="42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472"/>
              </a:buClr>
              <a:buSzPts val="1100"/>
              <a:buNone/>
              <a:defRPr b="0" i="0" sz="1100">
                <a:solidFill>
                  <a:srgbClr val="003472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" name="Google Shape;18;p8"/>
          <p:cNvSpPr txBox="1"/>
          <p:nvPr>
            <p:ph idx="2" type="body"/>
          </p:nvPr>
        </p:nvSpPr>
        <p:spPr>
          <a:xfrm>
            <a:off x="1202548" y="4034966"/>
            <a:ext cx="7058921" cy="561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50A7"/>
              </a:buClr>
              <a:buSzPts val="2800"/>
              <a:buNone/>
              <a:defRPr b="0" i="0" sz="2800">
                <a:solidFill>
                  <a:srgbClr val="0D50A7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" name="Google Shape;19;p8"/>
          <p:cNvSpPr txBox="1"/>
          <p:nvPr>
            <p:ph idx="3" type="body"/>
          </p:nvPr>
        </p:nvSpPr>
        <p:spPr>
          <a:xfrm>
            <a:off x="1202548" y="4601094"/>
            <a:ext cx="7058921" cy="510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00"/>
              </a:buClr>
              <a:buSzPts val="1600"/>
              <a:buNone/>
              <a:defRPr b="0" i="0" sz="1600">
                <a:solidFill>
                  <a:srgbClr val="FF6600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ción">
  <p:cSld name="Introducció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dulos2-04.png" id="21" name="Google Shape;2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57600" y="-23813"/>
            <a:ext cx="8697384" cy="106838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9"/>
          <p:cNvSpPr txBox="1"/>
          <p:nvPr>
            <p:ph idx="1" type="body"/>
          </p:nvPr>
        </p:nvSpPr>
        <p:spPr>
          <a:xfrm>
            <a:off x="1460081" y="1565310"/>
            <a:ext cx="4180612" cy="2509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50A7"/>
              </a:buClr>
              <a:buSzPts val="1400"/>
              <a:buNone/>
              <a:defRPr b="0" i="0" sz="1400">
                <a:solidFill>
                  <a:srgbClr val="0D50A7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8" name="Google Shape;3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idx="2" type="body"/>
          </p:nvPr>
        </p:nvSpPr>
        <p:spPr>
          <a:xfrm>
            <a:off x="2689860" y="4055746"/>
            <a:ext cx="6911340" cy="1420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50A7"/>
              </a:buClr>
              <a:buSzPts val="4000"/>
              <a:buNone/>
            </a:pPr>
            <a:r>
              <a:rPr b="1" lang="es-PE" sz="4000"/>
              <a:t>Chapter Sync</a:t>
            </a:r>
            <a:endParaRPr i="1" sz="3200">
              <a:solidFill>
                <a:srgbClr val="00B050"/>
              </a:solidFill>
              <a:latin typeface="Exo Medium"/>
              <a:ea typeface="Exo Medium"/>
              <a:cs typeface="Exo Medium"/>
              <a:sym typeface="Exo Medium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50A7"/>
              </a:buClr>
              <a:buSzPts val="3200"/>
              <a:buNone/>
            </a:pPr>
            <a:r>
              <a:t/>
            </a:r>
            <a:endParaRPr sz="3200"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97" name="Google Shape;97;p1"/>
          <p:cNvSpPr txBox="1"/>
          <p:nvPr>
            <p:ph idx="1" type="body"/>
          </p:nvPr>
        </p:nvSpPr>
        <p:spPr>
          <a:xfrm>
            <a:off x="10659067" y="6343634"/>
            <a:ext cx="3065916" cy="42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472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3269211" y="989445"/>
            <a:ext cx="56535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4000" u="none" cap="none" strike="noStrike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1" sz="2000">
              <a:solidFill>
                <a:srgbClr val="0F48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223770" y="1931012"/>
            <a:ext cx="7744460" cy="42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-342210" lvl="0" marL="34221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s-PE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Bienvenida al equipo / Distribución del Chapter</a:t>
            </a:r>
            <a:endParaRPr b="1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210" lvl="0" marL="342210" marR="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s-PE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Estatus de KRs/KPIs de la horizontal</a:t>
            </a:r>
            <a:endParaRPr/>
          </a:p>
          <a:p>
            <a:pPr indent="-342210" lvl="0" marL="342210" marR="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s-PE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 KR Calidad de pases</a:t>
            </a:r>
            <a:endParaRPr/>
          </a:p>
          <a:p>
            <a:pPr indent="-342210" lvl="0" marL="342210" marR="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s-PE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 KR TMDesarrollo y TMDespliegue</a:t>
            </a:r>
            <a:endParaRPr b="1" sz="105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-7" y="-2"/>
            <a:ext cx="82065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4000">
                <a:solidFill>
                  <a:srgbClr val="0F4861"/>
                </a:solidFill>
              </a:rPr>
              <a:t>Madurez</a:t>
            </a:r>
            <a:endParaRPr/>
          </a:p>
        </p:txBody>
      </p:sp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12949"/>
            <a:ext cx="8534400" cy="36321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0" y="-2"/>
            <a:ext cx="96228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4000">
                <a:solidFill>
                  <a:srgbClr val="0F4861"/>
                </a:solidFill>
              </a:rPr>
              <a:t>DR</a:t>
            </a:r>
            <a:endParaRPr b="1" sz="4000">
              <a:solidFill>
                <a:srgbClr val="0F48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911265"/>
            <a:ext cx="8534400" cy="50354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/>
        </p:nvSpPr>
        <p:spPr>
          <a:xfrm>
            <a:off x="0" y="-2"/>
            <a:ext cx="95478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4000">
                <a:solidFill>
                  <a:srgbClr val="0F4861"/>
                </a:solidFill>
              </a:rPr>
              <a:t>TMD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914400"/>
            <a:ext cx="5524500" cy="2461272"/>
          </a:xfrm>
          <a:prstGeom prst="rect">
            <a:avLst/>
          </a:prstGeom>
        </p:spPr>
      </p:pic>
      <p:pic>
        <p:nvPicPr>
          <p:cNvPr id="124" name="Picture 1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3604272"/>
            <a:ext cx="5524500" cy="2452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0" y="-2"/>
            <a:ext cx="95478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4000">
                <a:solidFill>
                  <a:srgbClr val="0F4861"/>
                </a:solidFill>
              </a:rPr>
              <a:t>Calidad</a:t>
            </a:r>
            <a:endParaRPr/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570220" cy="2537460"/>
          </a:xfrm>
          <a:prstGeom prst="rect">
            <a:avLst/>
          </a:prstGeom>
        </p:spPr>
      </p:pic>
      <p:pic>
        <p:nvPicPr>
          <p:cNvPr id="130" name="Picture 1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580" y="1188720"/>
            <a:ext cx="5570220" cy="2537460"/>
          </a:xfrm>
          <a:prstGeom prst="rect">
            <a:avLst/>
          </a:prstGeom>
        </p:spPr>
      </p:pic>
      <p:pic>
        <p:nvPicPr>
          <p:cNvPr id="131" name="Picture 1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63340"/>
            <a:ext cx="5570220" cy="2537460"/>
          </a:xfrm>
          <a:prstGeom prst="rect">
            <a:avLst/>
          </a:prstGeom>
        </p:spPr>
      </p:pic>
      <p:pic>
        <p:nvPicPr>
          <p:cNvPr id="132" name="Picture 1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580" y="3863340"/>
            <a:ext cx="5570220" cy="25374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2024-11-20T15:45:54Z</dcterms:created>
  <dc:creator>Andres De La Cruz Rojas</dc:creator>
</cp:coreProperties>
</file>